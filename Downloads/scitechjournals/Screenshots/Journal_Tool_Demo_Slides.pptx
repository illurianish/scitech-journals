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 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Secure access for users to log in and manage journal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 Top Aut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Visual overview of journal metrics and activity.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 User Up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Users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Displays all registered users with roles and statuses.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 Data Extractor Groups 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Create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Form to add a new user with specific role and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 Data Extractor Pubmed 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Main hub to navigate different data extraction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 Data Extractor Pubmed 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Search by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Filter authors/articles using specific keywords.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 Data Extractor Europe P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Search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Retrieve articles by filtering a particular publication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Search by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Look up author-specific records and related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 Users 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Search by Affiliation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Identify researchers based on institutional affiliation.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 Create 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Top Authors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Report highlighting most frequent contributing authors.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 Data 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User Uploads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Displays uploads grouped by each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 Search By Key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Extractor: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Extract data by journal groups with filtering options.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 Search By 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Extractor: PubMed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Interface for extracting articles from PubMed.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 Search By Aut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Extractor: PubMed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Access and parse XML data from PubMed Central.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 Search By Aff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8895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Extractor: Europe PMC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Download and process research from Europe PMC.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